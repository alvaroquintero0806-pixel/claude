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B6770"/>
                </a:solidFill>
                <a:latin typeface="Calibri"/>
              </a:rPr>
              <a:t>Modelo de trabajo de las empresas en Chile, 2025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empresas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Híbrido con días fijos</c:v>
                  </c:pt>
                  <c:pt idx="1">
                    <c:v>Híbrido flexible (elige el trabajador)</c:v>
                  </c:pt>
                  <c:pt idx="2">
                    <c:v>100% presencial</c:v>
                  </c:pt>
                  <c:pt idx="3">
                    <c:v>100% remoto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</c:v>
                </c:pt>
                <c:pt idx="1">
                  <c:v>38</c:v>
                </c:pt>
                <c:pt idx="2">
                  <c:v>13</c:v>
                </c:pt>
                <c:pt idx="3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(≈30 s) Imaginen la casa matriz de CorreosChile un lunes: todos los puestos ocupados. Ahora el viernes: muchos vacíos, pero igual pagamos luz, arriendo y aseo por ellos. CorreosChile es una empresa del Estado creada en 1981, con cerca de 4.700 trabajadores y unas 200 sucursales desde Arica hasta la Antártica. Hoy les traemos un análisis breve: cómo el trabajo híbrido cambia la forma en que usamos nuestros espacios y procesos administrativos.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(≈35 s) El desafío central es un desajuste: nuestras oficinas administrativas están diseñadas para que todos vayan los 5 días, pero el mercado ya se movió a 3 o 4 días presenciales. Eso impacta en tres frentes: espacios que pagamos y no usamos, procesos que todavía exigen papel y firma en persona, y la coordinación de equipos repartidos entre casa matriz y sucursales. Ojo: hablamos de las áreas administrativas; la atención al público y el reparto son, por naturaleza, presenciales.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(≈40 s) Este es el dato real que investigamos. Según la encuesta 2025 de Robert Half Chile, el 49% de las empresas usa un modelo híbrido con días fijos en la oficina, un 38% deja que el trabajador elija cuántos días va, solo un 13% volvió a la presencialidad total y ninguna opera 100% remoto. En suma, 87% de las empresas ya es híbrida, y la fórmula más común es 4 días presenciales. Para nosotros esto significa que, aunque CorreosChile adopte un híbrido moderado, cada día habrá puestos sin usar: es un costo que podemos gestionar.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(≈40 s) Ordenamos el análisis en un esquema de llaves. El trabajo híbrido en CorreosChile toca tres ámbitos. Espacios: pasar de puestos fijos a puestos compartidos con reserva, lo que permite usar menos metros cuadrados y bajar costos fijos. Procesos: firma electrónica, flujos digitales y archivo en la nube, para que un trámite no se detenga porque alguien no está en la oficina. Personas: días ancla en que el equipo coincide, metas medidas por resultados y reglas claras de desconexión.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(≈35 s) Tres conclusiones. Uno: el híbrido no es una moda, ya es la norma en Chile. Dos: desde la mirada financiera, cada puesto vacío es un costo fijo que no genera valor. Tres: el híbrido solo funciona si los procesos administrativos son digitales; si dependen del papel, la gente igual tiene que venir.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(≈40 s) Nuestra recomendación para el área: un piloto de 90 días en casa matriz, sin grandes inversiones. Mes 1: medir cuántos puestos se usan realmente cada día. Mes 2: implementar puestos compartidos con un sistema simple de reserva. Mes 3: digitalizar tres trámites internos con firma electrónica. Al día 90, decidimos con datos cuántos metros cuadrados podemos liberar y cuánto ahorramos. Cierre: menos papel, menos metros cuadrados vacíos, y el mismo servicio a Chile. Muchas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685800" cy="68580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68122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3258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Lunes: 100% de escritorios ocupados.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Viernes: ¿cuántos quedan vacíos?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971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CorreosChile ante el trabajo híbrido: espacios y procesos administrativos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Quintero · Brando Barreto  |  Carrera de Finanzas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234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1981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709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del Estado de Chile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2258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4.700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7340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trabajadores (dic. 2024)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32826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200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37581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sucursales, de Arica a la Antártica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CorreosChile · Trabajo híbrido   |   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desafío: oficinas pensadas para 5 días, equipos que van 3 o 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2560320" cy="2331720"/>
          </a:xfrm>
          <a:prstGeom prst="roundRect">
            <a:avLst>
              <a:gd name="adj" fmla="val 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Espacios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fijos que quedan vacíos = costo fijo sin uso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600200"/>
            <a:ext cx="2560320" cy="2331720"/>
          </a:xfrm>
          <a:prstGeom prst="roundRect">
            <a:avLst>
              <a:gd name="adj" fmla="val 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828800"/>
            <a:ext cx="640080" cy="6400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581" y="199522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Firmas, visados y archivo aún dependen del papel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26480" y="1600200"/>
            <a:ext cx="2560320" cy="2331720"/>
          </a:xfrm>
          <a:prstGeom prst="roundRect">
            <a:avLst>
              <a:gd name="adj" fmla="val 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828800"/>
            <a:ext cx="640080" cy="6400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221" y="19952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equipos entre casa matriz y sucursales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Alcance: áreas administrativas. La atención en sucursales y el reparto siguen siendo presenciales.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CorreosChile · Trabajo híbrido   |   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Chile, el híbrido ya es la norma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394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0" y="11887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2057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empresas trabaja con algún modelo híbrido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3337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híbridas exige 4 días presenciales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Robert Half Chile, encuesta de modelos de trabajo 2025 (citada por Emol y El Mostrador, 09-05-2025).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4773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cambia con el híbrido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011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híbrido en CorreosChile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468880" y="1143000"/>
            <a:ext cx="320040" cy="2834640"/>
          </a:xfrm>
          <a:prstGeom prst="leftBrace">
            <a:avLst/>
          </a:prstGeom>
          <a:noFill/>
          <a:ln w="31750">
            <a:solidFill>
              <a:srgbClr val="D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71800" y="1207008"/>
            <a:ext cx="502920" cy="50292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2559" y="1337767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611880" y="12070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Espacios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2070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compartidos  ·  Reserva  ·  Menos m²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971800" y="2231136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559" y="236189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11880" y="223113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2311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electrónica  ·  Flujos digitales  ·  Nube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2971800" y="3255264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559" y="3386023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11880" y="325526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37760" y="32552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ancla  ·  Metas claras  ·  Desconexión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CorreosChile · Trabajo híbrido   |   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3075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híbrido llegó para quedarse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45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de las empresas en Chile ya lo aplica.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28600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4048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puesto vacío es un costo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743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Pagamos m², luz y aseo aunque nadie lo use.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3832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5021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procesos digitales, no funciona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840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papel obliga a estar en la oficina.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CorreosChile · Trabajo híbrido   |   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Recomendación: piloto híbrido de 90 días en casa matriz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508760"/>
            <a:ext cx="685800" cy="685800"/>
          </a:xfrm>
          <a:prstGeom prst="ellipse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168706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34440" y="1851660"/>
            <a:ext cx="1234440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45720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9900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 real de puestos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560320" y="1508760"/>
            <a:ext cx="685800" cy="685800"/>
          </a:xfrm>
          <a:prstGeom prst="ellipse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628" y="1687068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37560" y="1851660"/>
            <a:ext cx="1234440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12" name="Text 8"/>
          <p:cNvSpPr txBox="1"/>
          <p:nvPr/>
        </p:nvSpPr>
        <p:spPr>
          <a:xfrm>
            <a:off x="256032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560320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Compartir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560320" y="29900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 con reserva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663440" y="1508760"/>
            <a:ext cx="685800" cy="685800"/>
          </a:xfrm>
          <a:prstGeom prst="ellipse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48" y="1687068"/>
            <a:ext cx="329184" cy="32918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40680" y="1851660"/>
            <a:ext cx="1234440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18" name="Text 13"/>
          <p:cNvSpPr txBox="1"/>
          <p:nvPr/>
        </p:nvSpPr>
        <p:spPr>
          <a:xfrm>
            <a:off x="466344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663440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Digitalizar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4663440" y="29900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trámites con firma electrónica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766560" y="1508760"/>
            <a:ext cx="685800" cy="68580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4868" y="168706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76656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90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6766560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Decidir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766560" y="29900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datos: m² y costos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papel, menos m² vacíos, mismo servicio a Chile.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CorreosChile · Trabajo híbrido   |   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CorreosChile ante el trabajo híbrido</dc:title>
  <dc:subject>PptxGenJS Presentation</dc:subject>
  <dc:creator>Álvaro Quintero y Brando Barreto</dc:creator>
  <cp:lastModifiedBy>Álvaro Quintero y Brando Barreto</cp:lastModifiedBy>
  <cp:revision>1</cp:revision>
  <dcterms:created xsi:type="dcterms:W3CDTF">2026-10-01T15:00:26Z</dcterms:created>
  <dcterms:modified xsi:type="dcterms:W3CDTF">2026-10-01T15:00:26Z</dcterms:modified>
</cp:coreProperties>
</file>