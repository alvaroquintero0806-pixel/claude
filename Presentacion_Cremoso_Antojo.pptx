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B241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B2418"/>
                </a:solidFill>
                <a:latin typeface="Arial"/>
              </a:rPr>
              <a:t>Evolución del costo fijo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Gastos del día a día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900000</c:v>
                </c:pt>
                <c:pt idx="1">
                  <c:v>865600</c:v>
                </c:pt>
                <c:pt idx="2">
                  <c:v>1350000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Intereses y multas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188700</c:v>
                </c:pt>
                <c:pt idx="2">
                  <c:v>712500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CD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por litro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B24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79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79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Precio máximo</c:v>
                  </c:pt>
                  <c:pt idx="1">
                    <c:v>Precio mínimo</c:v>
                  </c:pt>
                  <c:pt idx="2">
                    <c:v>Costo medio por litro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1350</c:v>
                </c:pt>
                <c:pt idx="1">
                  <c:v>1200</c:v>
                </c:pt>
                <c:pt idx="2">
                  <c:v>2348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B24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24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del período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-1882360</c:v>
                </c:pt>
                <c:pt idx="1">
                  <c:v>-2412940</c:v>
                </c:pt>
                <c:pt idx="2">
                  <c:v>-2388285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Resultado acumulado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-1882360</c:v>
                </c:pt>
                <c:pt idx="1">
                  <c:v>-4295300</c:v>
                </c:pt>
                <c:pt idx="2">
                  <c:v>-6683585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CD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B241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B2418"/>
                </a:solidFill>
                <a:latin typeface="Arial"/>
              </a:rPr>
              <a:t>ROA y ROE por período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 = ROE</c:v>
                </c:pt>
              </c:strCache>
            </c:strRef>
          </c:tx>
          <c:spPr>
            <a:solidFill>
              <a:srgbClr val="B23A48"/>
            </a:solidFill>
            <a:ln w="38100" cap="flat">
              <a:solidFill>
                <a:srgbClr val="B23A48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B23A48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B23A48"/>
              </a:solidFill>
              <a:ln w="9525" cap="flat">
                <a:solidFill>
                  <a:srgbClr val="B23A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-23.2</c:v>
                </c:pt>
                <c:pt idx="1">
                  <c:v>-42.3</c:v>
                </c:pt>
                <c:pt idx="2">
                  <c:v>-72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B23A48"/>
                  </a:solidFill>
                  <a:latin typeface="Arial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80"/>
        </c:scaling>
        <c:delete val="0"/>
        <c:axPos val="l"/>
        <c:majorGridlines>
          <c:spPr>
            <a:ln w="6350" cap="flat">
              <a:solidFill>
                <a:srgbClr val="E6DC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Cremoso Antojo, nuestra empresa de postres de leche artesanales en el simulador Global Sym. Equipo: Álvaro Quintero, Brando Barreto y Vicente Sánchez.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sector competitivo y atomizado; resultados negativos por costos sobre precios; sin deuda; logramos bajar casi por completo las pérdidas por productos vencidos.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la empresa, a qué mercado pertenecemos, clientes y competidores, visión y misión, y cómo manejamos costos y resultados en 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Clientes: personas que compran en nuestros locales. Proveedores: las otras empresas del mercado, a las que podemos comprar producto si nos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Nuestra estrategia fue competir por costos. Las empresas líderes combinan precio, marketing, locales, calidad e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visión apunta a ser la marca favorita de la región; la misión describe qué hacemos y para quién.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está asignado a un área. Se alinean con la visión: crecer, mejorar y mantener la cercanía.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Internos: el equipo y los trabajadores de producción. Externos: clientes, proveedores, competencia, bancos y el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área tiene un responsable que toma las decisiones de su ámbito y coordina con las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Costos fijos: se pagan produzcamos mucho o poco. Lo más preocupante es el alza de intereses, comisiones y multas, de 0 a 712.500.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Costos variables: suben o bajan según producción y ventas. El CUV del yogurt es casi el doble del de los postres porque no lo fabricamos.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Costo total = fijo + variable. Dato aparte: los vencidos bajaron de 1.004.106 en P1 a 14.765 en P3; no los contamos como costo fijo ni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datos corresponden a los períodos 1 a 3 jugados a la fecha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rentabilidad empeora cada período: -23% en P1, -42% en P2 y -72% en P3. Cada peso de los dueños rinde peor.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pagamos 712.500 en multas y comisiones en P3. La caja es la principal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lideró su área. Somos autocríticos respecto a la coordinación inicial entre producir y vender.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Internamente el problema fue la planificación de la producción; externamente, los cobros de intereses, comisiones y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aprendizajes concretos que guiarán las próximas decisiones del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teoría de costos, rentabilidad y sector industrial se vio directamente en las decisiones del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Partimos con 10 millones y sin deuda, pero los gastos superaron los ingresos. Lo positivo: bajamos los vencidos. Próximos pasos: precios, multas y foco en postres.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2926080"/>
            <a:ext cx="2926080" cy="2926080"/>
          </a:xfrm>
          <a:prstGeom prst="ellipse">
            <a:avLst/>
          </a:prstGeom>
          <a:solidFill>
            <a:srgbClr val="C8793A">
              <a:alpha val="80000"/>
            </a:srgbClr>
          </a:solidFill>
          <a:ln w="12700">
            <a:solidFill>
              <a:srgbClr val="C8793A">
                <a:alpha val="8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DE NEGOCIOS GLOBAL SYM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60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Cremoso Antojo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y análisis de la empresa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06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Álvaro Quintero · Brando Barreto · Vicente Sánchez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 Rodrigo Catalán Osorio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Antonio Varas · 22/09/2026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x/word/media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416552"/>
            <a:ext cx="1883664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períodos de aprendizaje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Fabricamos postres de leche artesanales y revendemos yogurt en un sector atomizado de 14 empresas.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Nuestros costos superaron a los ingresos: el costo medio por litro ($2.348) está sobre el precio de venta ($1.200–$1.350).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100% con capital propio, sin deuda bancaria.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próximo: ajustar precios, evitar multas y comisiones, y evaluar dejar de revender yogurt.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3258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5087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acumulada (P1–P3)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720840" y="13258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5087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-72%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y ROA en el Período 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9718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E4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$2.348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medio por litro vs precio $1.200–$1.350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20840" y="29718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7D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-98,5%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por vencidos: de $1.004.106 a $14.765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¿Quiénes somos?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hace y vende postres de leche artesanales: recetas tradicionales con una imagen y calidad más moderna.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45745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Fresco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frescos y cadena de frío para lácteos.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245745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1480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Cremoso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Textura y calidad cuidadas en producción propia.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245745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0372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Casero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Sabor tradicional y trato cercano con el cliente.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esta presentación: sector y negocio · visión y organización · costos · resultados en el simulador · aprendizajes y conclusiones.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INDUSTRIAL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mercado atomizado y competitivo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572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031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Yogurt y postres de leche con sabor casero.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50876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62306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572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Amplitud geográfica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031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mercado, sin divisiones por zona.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50876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6230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572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empresas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031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controla una porción grande.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57200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3147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34440" y="32644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Rivalidad intensa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794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compite en precio, calidad y marketing.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246120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3429000" y="320040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0" y="331470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23360" y="32644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Atomizado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3429000" y="3794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oferta, demanda y proveedores.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17920" y="320040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3314700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12280" y="32644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Barreras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217920" y="3794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moderada (fábrica $3.000.000, 30% del capital). Salida baja.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NEGOCIO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Clientes, necesidades y tecnologías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45161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075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Grupos de clientes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6002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Familias, jóvenes y adultos que consumen postres y yogurt; locales comerciales que buscan un proveedor confiable.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35000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75738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3317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Necesidades que satisfacemos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6243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 algo dulce, rico y casero sin prepararlo; lácteos frescos y confiables.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3374136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499866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3558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 que ocupamos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64845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 propia de postres con turnos, mantención y control de calidad; refrigeración para lácteos; compra y transporte de yogurt desde otras empresas.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394960" y="1325880"/>
            <a:ext cx="3291840" cy="3200400"/>
          </a:xfrm>
          <a:prstGeom prst="roundRect">
            <a:avLst>
              <a:gd name="adj" fmla="val 2286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1508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COMPETIMOS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1783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costos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5623560" y="22860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bajos para vender más volumen, en vez de diferenciarnos por calidad premium.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623560" y="3063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DEL LÍDER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precio, marketing constante, suficientes locales, control de calidad e imagen acumulada.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Y MISIÓN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94360" cy="59436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108710"/>
            <a:ext cx="297180" cy="2971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24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Visión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“Llegar a ser la marca de postres de leche favorita de la región, reconocida por su calidad y por innovar sin perder el sabor tradicional.”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46320" y="960120"/>
            <a:ext cx="594360" cy="59436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10" y="110871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23560" y="1024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Misión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6916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“Hacer y vender postres de leche ricos y de calidad, pensados para familias y amantes del dulce de siempre, con sabor casero, ingredientes frescos y trato cercano.”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Valores: </a:t>
            </a:r>
            <a:pPr indent="0" marL="0">
              <a:buNone/>
            </a:pPr>
            <a:r>
              <a:rPr lang="en-US" sz="14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cercanía, confianza, accesibilidad e integridad.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ORGANIZACIONALES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 la marca preferida de la región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37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las ventas el primer año, apoyados en marketing y sin bajar la calidad.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60020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7373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4813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577840" y="1737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de forma más eficiente en los primeros seis períodos para bajar costos.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25603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283464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718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2715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VENTAS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contentos a los clientes escuchando sus comentarios.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63440" y="25603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46320" y="283464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9718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7840" y="2715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557784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a conocer más la marca durante los primeros dos años.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Políticas: productos frescos y precio justo · ambiente de equipo cercano · uso responsable de recursos · procesos eficientes, honestos y transparentes.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quiénes nos relacionamos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743200" cy="3200400"/>
          </a:xfrm>
          <a:prstGeom prst="roundRect">
            <a:avLst>
              <a:gd name="adj" fmla="val 2667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Tomamos las decisiones; ligados a todos los objetivos.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Trabajadores de producción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ellos depende producir bien y bajar costos.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69164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9020" y="180594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069080" y="1673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069080" y="1965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más y dejarlos contentos.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169164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780" y="180594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720840" y="1673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720840" y="1965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abastecen y ayudan a bajar costos.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474720" y="265176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276606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06908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069080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empuja a ganar mercado.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26480" y="265176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76606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7208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720840" y="2926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Financian cuando falta dinero.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474720" y="3611880"/>
            <a:ext cx="457200" cy="45720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9020" y="372618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5935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069080" y="3886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permisos y normas.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 LA EMPRESA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áreas, un responsable por área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Administración y Finanzas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Álvaro Quintero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créditos, decidir inversiones, controlar gastos e impuestos.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 de cada período y cuidar la caja.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60705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y Ventas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Brando Barreto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Precio, número de locales y gasto en publicidad.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más y hacer conocida la marca.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60705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Producción y Operaciones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Vicente Sánchez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producir, turnos de fábrica y mantención.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fallas y cuidar la calidad de los postres.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FIJOS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fijo del Período 3: $2.062.500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931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(Período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 ($)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Turnos de fábrica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(Yogurt + Postres)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operacional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Intereses, comisiones y multas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COSTO FIJO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2.062.500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663440" y="1188720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66344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multas e intereses pasaron de $0 a $712.500: gasto evitable con mejores decisiones.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VARIABLES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variable del Período 3: $2.515.035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931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(Período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 ($)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venta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823.235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venta a empresas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ventas a empresas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compras de Yogurt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de venta (según lo vendido)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COSTO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2.515.035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UNITARIO VARIABLE (CUV) POR LITRO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9204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F7D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Postres de Leche (fabricación propia)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1228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Yogurt (comprado a otra empresa + transporte)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3429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yogurt revendido cuesta casi el doble por litro: conviene evaluar concentrarnos en los Postres de Leche.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 E INTERPRETACIÓN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Vendemos bajo nuestro costo por litro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fijo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$2.062.500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variable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$2.515.035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$4.577.535</a:t>
            </a:r>
            <a:endParaRPr lang="en-US" sz="2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2606040"/>
          <a:ext cx="4389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120640" y="269748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$4.577.535 ÷ 1.950 litros ≈ $2.348 por litro.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Cobramos menos de lo que cuesta producir y vender, por eso perdemos dinero.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Salidas: subir precios, reducir costos fijos (multas) o vender más volumen para repartir el costo fijo.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EL SIMULADOR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del período y acumulado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9377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 período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-1.882.360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-2.412.940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-2.388.285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-1.882.360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-4.295.300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-6.683.585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669280" y="13258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585216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acumulada: más de la mitad del capital inicial de $10.000.000.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669280" y="2880360"/>
            <a:ext cx="3017520" cy="1645920"/>
          </a:xfrm>
          <a:prstGeom prst="roundRect">
            <a:avLst>
              <a:gd name="adj" fmla="val 4444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852160" y="3017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-$2.388.285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852160" y="3520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del Período 3: levemente mejor que el Período 2. Dejamos de perder cada vez más rápido.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ROE = ROA: no tenemos deuda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0" y="132588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0" y="1435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4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1737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÷ activos totales: cuánto rinde todo lo que tiene la empresa.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0" y="242316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25328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4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2834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÷ patrimonio: cuánto rinde lo que pusimos como dueños.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0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E4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iguales?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3931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= patrimonio ($3.316.415 en P3): no hay pasivo bancario.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INVERSIÓN Y ENDEUDAMIENTO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propio y sin deuda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325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Fábrica de Postres de Leche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36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$3.000.000 (30% del capital), pagada con recursos propios.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404872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4203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4048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préstamos ni línea de crédito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7157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seguro, sin intereses bancarios, pero sin respaldo extra de caja.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3483864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2102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Remodelación / cierre de local (P2)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794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$750.000 no planificados que afectaron el resultado.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303520" y="132588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5544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8076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CAJA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2103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$10.000.000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$766.415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553212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consumió el 92% de la caja en tres períodos. Al mismo ritmo, podríamos quedarnos sin caja en el próximo.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DE CADA INTEGRANTE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mirada crítica al trabajo del equipo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Álvaro Quintero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y Finanzas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Revisó resultados, cuidó la caja y decidió no endeudarse, aunque eso dejó menos dinero disponible.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4612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607058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Brando Barreto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y Ventas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Definió precios y subió la publicidad de $150.000 a $600.000; no siempre se tradujo en mejores resultados.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3504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1792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607058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Vicente Sánchez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Operaciones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Ajustó la producción a la demanda y redujo casi a cero la pérdida por productos vencidos.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FDCC8"/>
          </a:solidFill>
          <a:ln w="12700">
            <a:solidFill>
              <a:srgbClr val="EFDCC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Autocrítica: </a:t>
            </a:r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inicio faltó coordinar producción y ventas, lo que generó vencidos en el Período 1; esa coordinación mejoró con el tiempo.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Y CÓMO LAS ENFRENTAMOS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internos y externos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6344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Internas (grupo y producción)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94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costó estimar cuánto producir según la demanda real: más de $1.000.000 en vencidos en el Período 1.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7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ENFRENTAMOS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478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Producimos de acuerdo a la demanda real; la pérdida bajó a $14.765 en el Período 3.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50876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770" y="163449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321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Externas (entorno)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Intereses, comisiones y multas crecientes: de $0 en el Período 1 a $712.500 en el Período 3.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7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ENFRENTAMOS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892040" y="35478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cada decisión con más cuidado antes de tomarla para prevenir estos cobros.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 PARA PRÓXIMAS DECISIONES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distinto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 costos o subir levemente los precios: hoy vendemos bajo el costo real.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508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dejar de revender Yogurt: cuesta casi el doble por litro que nuestros Postres.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deuda no pagamos intereses, pero la caja se agota: habrá que financiarse o gastar menos.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3108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produciendo según la demanda real para no botar productos vencidos.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VINCULACIÓN TEORÍA – PRÁCTICA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visto en clases, en el simulador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2704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6420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4630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 fijos y variables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435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permitieron saber si estamos cobrando lo suficiente por cada litro.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62432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614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ROE y ROA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253288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Entendimos por qué son iguales cuando la empresa no tiene deuda.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72160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8587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sector industrial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6301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de entrada, muchas empresas y competencia por precio o diferenciación se reflejaron en nuestras decisiones de precio, marketing y producción.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Nuestros costos superaron a lo que vendimos, pero aprendimos a planificar.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acumulado y ROE/ROA de -72% en el Período 3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918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$1.004.106 → $14.765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por vencidos: mejor planificación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foco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precios, evitar multas y concentrarnos en Postres de Leche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Cremoso Antojo — Global Sym</dc:title>
  <dc:subject>PptxGenJS Presentation</dc:subject>
  <dc:creator>PptxGenJS</dc:creator>
  <cp:lastModifiedBy>PptxGenJS</cp:lastModifiedBy>
  <cp:revision>1</cp:revision>
  <dcterms:created xsi:type="dcterms:W3CDTF">2026-09-24T20:56:02Z</dcterms:created>
  <dcterms:modified xsi:type="dcterms:W3CDTF">2026-09-24T20:56:02Z</dcterms:modified>
</cp:coreProperties>
</file>